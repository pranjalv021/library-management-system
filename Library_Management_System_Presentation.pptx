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5234"/>
            <a:ext cx="8077200" cy="2575248"/>
          </a:xfrm>
        </p:spPr>
        <p:txBody>
          <a:bodyPr>
            <a:normAutofit fontScale="90000"/>
          </a:bodyPr>
          <a:lstStyle/>
          <a:p>
            <a:r>
              <a:rPr lang="en-US" sz="3100" dirty="0" smtClean="0"/>
              <a:t>                                         </a:t>
            </a:r>
            <a:r>
              <a:rPr lang="en-US" sz="2200" u="sng" dirty="0" smtClean="0"/>
              <a:t>PROJECT 1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sz="4900" smtClean="0"/>
              <a:t>Library </a:t>
            </a:r>
            <a:r>
              <a:rPr sz="4900"/>
              <a:t>Management </a:t>
            </a:r>
            <a:r>
              <a:rPr sz="4900" smtClean="0"/>
              <a:t>System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/>
              <a:t>                         </a:t>
            </a:r>
            <a:r>
              <a:rPr lang="en-US" dirty="0" smtClean="0"/>
              <a:t/>
            </a:r>
            <a:br>
              <a:rPr lang="en-US" dirty="0" smtClean="0"/>
            </a:b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510" y="1828801"/>
            <a:ext cx="8077200" cy="1950098"/>
          </a:xfrm>
        </p:spPr>
        <p:txBody>
          <a:bodyPr>
            <a:noAutofit/>
          </a:bodyPr>
          <a:lstStyle/>
          <a:p>
            <a:r>
              <a:rPr lang="en-US" sz="2400" dirty="0" smtClean="0"/>
              <a:t> </a:t>
            </a:r>
            <a:r>
              <a:rPr sz="2400" b="1" smtClean="0"/>
              <a:t>Overview</a:t>
            </a:r>
            <a:endParaRPr lang="en-US" sz="2400" b="1" dirty="0" smtClean="0"/>
          </a:p>
          <a:p>
            <a:r>
              <a:rPr lang="en-US" sz="2400" b="1" dirty="0" smtClean="0"/>
              <a:t> </a:t>
            </a:r>
            <a:r>
              <a:rPr sz="2400" b="1" smtClean="0"/>
              <a:t>Benefits</a:t>
            </a:r>
            <a:endParaRPr lang="en-US" sz="2400" b="1" dirty="0" smtClean="0"/>
          </a:p>
          <a:p>
            <a:r>
              <a:rPr sz="2400" b="1" smtClean="0"/>
              <a:t> Drawbacks</a:t>
            </a:r>
            <a:endParaRPr lang="en-US" sz="2400" b="1" dirty="0" smtClean="0"/>
          </a:p>
          <a:p>
            <a:r>
              <a:rPr sz="2400" b="1" smtClean="0"/>
              <a:t> Uses </a:t>
            </a:r>
            <a:endParaRPr lang="en-US" sz="2400" b="1" dirty="0" smtClean="0"/>
          </a:p>
          <a:p>
            <a:r>
              <a:rPr lang="en-US" sz="2400" b="1" dirty="0" smtClean="0"/>
              <a:t> </a:t>
            </a:r>
            <a:r>
              <a:rPr sz="2400" b="1" smtClean="0"/>
              <a:t>Working</a:t>
            </a:r>
            <a:endParaRPr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a Library Management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Software that manages library operations</a:t>
            </a:r>
          </a:p>
          <a:p>
            <a:r>
              <a:t>• Handles book cataloging, issuing, returns, and tracking</a:t>
            </a:r>
          </a:p>
          <a:p>
            <a:r>
              <a:t>• Improves efficiency and reduces manual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book tracking</a:t>
            </a:r>
          </a:p>
          <a:p>
            <a:r>
              <a:t>• Faster issuing/return process</a:t>
            </a:r>
          </a:p>
          <a:p>
            <a:r>
              <a:t>• Reduced human errors</a:t>
            </a:r>
          </a:p>
          <a:p>
            <a:r>
              <a:t>• Digital catalog for better accessibility</a:t>
            </a:r>
          </a:p>
          <a:p>
            <a:r>
              <a:t>• Improved user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Requires technical skills</a:t>
            </a:r>
          </a:p>
          <a:p>
            <a:r>
              <a:t>• Initial setup and maintenance cost</a:t>
            </a:r>
          </a:p>
          <a:p>
            <a:r>
              <a:t>• Dependent on electricity/internet</a:t>
            </a:r>
          </a:p>
          <a:p>
            <a:r>
              <a:t>• System failures can halt library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Book cataloging and indexing</a:t>
            </a:r>
          </a:p>
          <a:p>
            <a:r>
              <a:t>• User/member management</a:t>
            </a:r>
          </a:p>
          <a:p>
            <a:r>
              <a:t>• Tracking issued and returned books</a:t>
            </a:r>
          </a:p>
          <a:p>
            <a:r>
              <a:t>• Generating reports</a:t>
            </a:r>
          </a:p>
          <a:p>
            <a:r>
              <a:t>• Managing fines and due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Admin adds books to the database</a:t>
            </a:r>
          </a:p>
          <a:p>
            <a:r>
              <a:t>• Users search books via catalog</a:t>
            </a:r>
          </a:p>
          <a:p>
            <a:r>
              <a:t>• System tracks book availability</a:t>
            </a:r>
          </a:p>
          <a:p>
            <a:r>
              <a:t>• Issuing/return operations are updated automatically</a:t>
            </a:r>
          </a:p>
          <a:p>
            <a:r>
              <a:t>• Reports generated based on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Library Management System simplifies and automates library tasks, improving efficiency and user satisfaction </a:t>
            </a:r>
            <a:r>
              <a:rPr/>
              <a:t>despite </a:t>
            </a:r>
            <a:r>
              <a:rPr smtClean="0"/>
              <a:t>some limitations.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b="1" dirty="0" smtClean="0"/>
          </a:p>
          <a:p>
            <a:pPr>
              <a:buNone/>
            </a:pPr>
            <a:r>
              <a:rPr lang="en-US" sz="1200" b="1" dirty="0" smtClean="0"/>
              <a:t>                                                                                                                                                   Submitted By – Pranjal Verma  (CSE 3</a:t>
            </a:r>
            <a:r>
              <a:rPr lang="en-US" sz="1200" b="1" baseline="30000" dirty="0" smtClean="0"/>
              <a:t>rd</a:t>
            </a:r>
            <a:r>
              <a:rPr lang="en-US" sz="1200" b="1" dirty="0" smtClean="0"/>
              <a:t> yr)</a:t>
            </a:r>
            <a:endParaRPr sz="1200" b="1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8</TotalTime>
  <Words>177</Words>
  <Application>Microsoft Macintosh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Module</vt:lpstr>
      <vt:lpstr>                                         PROJECT 1  Library Management System                           </vt:lpstr>
      <vt:lpstr>What is a Library Management System?</vt:lpstr>
      <vt:lpstr>Benefits</vt:lpstr>
      <vt:lpstr>Drawbacks</vt:lpstr>
      <vt:lpstr>Uses</vt:lpstr>
      <vt:lpstr>How It Works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  Library Management System</dc:title>
  <dc:creator>Pranjal Verma</dc:creator>
  <dc:description>generated using python-pptx</dc:description>
  <cp:lastModifiedBy>Pranjal Verma</cp:lastModifiedBy>
  <cp:revision>3</cp:revision>
  <dcterms:created xsi:type="dcterms:W3CDTF">2013-01-27T09:14:16Z</dcterms:created>
  <dcterms:modified xsi:type="dcterms:W3CDTF">2025-11-29T16:20:04Z</dcterms:modified>
</cp:coreProperties>
</file>